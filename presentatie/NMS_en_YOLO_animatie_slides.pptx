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046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033"/>
                </a:solidFill>
              </a:rPr>
              <a:t>Extra animatie-slides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2110" y="1296035"/>
            <a:ext cx="10110470" cy="297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440555"/>
            <a:ext cx="10927080" cy="1704340"/>
          </a:xfrm>
          <a:prstGeom prst="rect">
            <a:avLst/>
          </a:prstGeom>
          <a:solidFill>
            <a:srgbClr val="DCEEFF"/>
          </a:solidFill>
          <a:ln>
            <a:solidFill>
              <a:srgbClr val="9BC2FF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altLang="en-US" sz="1400" dirty="0"/>
              <a:t>YOLO vs Sliding Window + CNN</a:t>
            </a:r>
            <a:endParaRPr lang="en-US" altLang="en-US" sz="1400" dirty="0"/>
          </a:p>
          <a:p>
            <a:pPr marL="0" indent="0">
              <a:buNone/>
            </a:pPr>
            <a:r>
              <a:rPr lang="en-US" altLang="en-US" sz="1400" dirty="0"/>
              <a:t>Hier vergelijken we twee methodes voor object detectie. De eerste methode is sliding window met</a:t>
            </a:r>
            <a:endParaRPr lang="en-US" altLang="en-US" sz="1400" dirty="0"/>
          </a:p>
          <a:p>
            <a:pPr marL="0" indent="0">
              <a:buNone/>
            </a:pPr>
            <a:r>
              <a:rPr lang="en-US" altLang="en-US" sz="1400" dirty="0"/>
              <a:t>een CNN. Hierbij wordt de afbeelding opgedeeld in veel kleine vensters en elk venster wordt apart</a:t>
            </a:r>
            <a:endParaRPr lang="en-US" altLang="en-US" sz="1400" dirty="0"/>
          </a:p>
          <a:p>
            <a:pPr marL="0" indent="0">
              <a:buNone/>
            </a:pPr>
            <a:r>
              <a:rPr lang="en-US" altLang="en-US" sz="1400" dirty="0"/>
              <a:t>geanalyseerd. Dit is eenvoudig maar traag en ineffici</a:t>
            </a:r>
            <a:r>
              <a:rPr lang="" altLang="en-US" sz="1400" dirty="0"/>
              <a:t>ë</a:t>
            </a:r>
            <a:r>
              <a:rPr lang="en-US" altLang="en-US" sz="1400" dirty="0"/>
              <a:t>nt. De tweede methode is YOLO, wat staat</a:t>
            </a:r>
            <a:endParaRPr lang="en-US" altLang="en-US" sz="1400" dirty="0"/>
          </a:p>
          <a:p>
            <a:pPr marL="0" indent="0">
              <a:buNone/>
            </a:pPr>
            <a:r>
              <a:rPr lang="en-US" altLang="en-US" sz="1400" dirty="0"/>
              <a:t>voor You Only Look Once. YOLO analyseert de volledige afbeelding in één keer en voorspelt direct</a:t>
            </a:r>
            <a:endParaRPr lang="en-US" altLang="en-US" sz="1400" dirty="0"/>
          </a:p>
          <a:p>
            <a:pPr marL="0" indent="0">
              <a:buNone/>
            </a:pPr>
            <a:r>
              <a:rPr lang="en-US" altLang="en-US" sz="1400" dirty="0"/>
              <a:t>bounding boxes en klassen. Hierdoor is YOLO veel sneller en geschikt voor real-time</a:t>
            </a:r>
            <a:endParaRPr lang="en-US" altLang="en-US" sz="1400" dirty="0"/>
          </a:p>
          <a:p>
            <a:pPr marL="0" indent="0">
              <a:buNone/>
            </a:pPr>
            <a:r>
              <a:rPr lang="en-US" altLang="en-US" sz="1400" dirty="0"/>
              <a:t>toepassingen.</a:t>
            </a:r>
            <a:endParaRPr lang="en-US" alt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046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033"/>
                </a:solidFill>
              </a:rPr>
              <a:t>NMS stap 1 — vóór filtering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8412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274"/>
                </a:solidFill>
              </a:rPr>
              <a:t>Meerdere detecties rond hetzelfde gezicht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448056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23248"/>
                </a:solidFill>
              </a:rPr>
              <a:t>Sliding window levert vaak verschillende boxen voor één object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23248"/>
                </a:solidFill>
              </a:rPr>
              <a:t>Elke box heeft zijn eigen confidence score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23248"/>
                </a:solidFill>
              </a:rPr>
              <a:t>Zonder filtering wordt de output rommelig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0" y="1417320"/>
            <a:ext cx="562356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596128"/>
            <a:ext cx="10927080" cy="548640"/>
          </a:xfrm>
          <a:prstGeom prst="rect">
            <a:avLst/>
          </a:prstGeom>
          <a:solidFill>
            <a:srgbClr val="DCEEFF"/>
          </a:solidFill>
          <a:ln>
            <a:solidFill>
              <a:srgbClr val="9BC2FF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24F"/>
                </a:solidFill>
              </a:rPr>
              <a:t>Voor NMS zie je meerdere overlappende boxen. Dat is normaal bij sliding window, maar niet bruikbaar als eindresultaat.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046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033"/>
                </a:solidFill>
              </a:rPr>
              <a:t>NMS stap 2 — beste box kiezen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8412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274"/>
                </a:solidFill>
              </a:rPr>
              <a:t>We starten met de hoogste score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448056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23248"/>
                </a:solidFill>
              </a:rPr>
              <a:t>NMS sorteert de boxen van hoog naar laag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23248"/>
                </a:solidFill>
              </a:rPr>
              <a:t>De sterkste detectie blijft als referentie staan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23248"/>
                </a:solidFill>
              </a:rPr>
              <a:t>De andere boxen worden vergeleken met deze beste box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0" y="1417320"/>
            <a:ext cx="562356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596128"/>
            <a:ext cx="10927080" cy="548640"/>
          </a:xfrm>
          <a:prstGeom prst="rect">
            <a:avLst/>
          </a:prstGeom>
          <a:solidFill>
            <a:srgbClr val="DCEEFF"/>
          </a:solidFill>
          <a:ln>
            <a:solidFill>
              <a:srgbClr val="9BC2FF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24F"/>
                </a:solidFill>
              </a:rPr>
              <a:t>Eerst selecteer je de box met de hoogste score. Pas daarna beslis je welke andere boxen te veel overlappen.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046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033"/>
                </a:solidFill>
              </a:rPr>
              <a:t>NMS stap 3 — overlap verwijderen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8412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274"/>
                </a:solidFill>
              </a:rPr>
              <a:t>Alleen de nette detectie blijft over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448056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23248"/>
                </a:solidFill>
              </a:rPr>
              <a:t>IoU meet hoe sterk twee boxen overlappen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23248"/>
                </a:solidFill>
              </a:rPr>
              <a:t>Bij te veel overlap verwijderen we de zwakkere box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23248"/>
                </a:solidFill>
              </a:rPr>
              <a:t>Zo blijft uiteindelijk één duidelijke detectie over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0" y="1417320"/>
            <a:ext cx="562356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596128"/>
            <a:ext cx="10927080" cy="548640"/>
          </a:xfrm>
          <a:prstGeom prst="rect">
            <a:avLst/>
          </a:prstGeom>
          <a:solidFill>
            <a:srgbClr val="DCEEFF"/>
          </a:solidFill>
          <a:ln>
            <a:solidFill>
              <a:srgbClr val="9BC2FF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24F"/>
                </a:solidFill>
              </a:rPr>
              <a:t>Na NMS blijft alleen de beste box over. Dat maakt de detectie duidelijker, netter en veel makkelijker te interpreteren.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046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033"/>
                </a:solidFill>
              </a:rPr>
              <a:t>Vergelijking stap 1 — klassieke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8412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274"/>
                </a:solidFill>
              </a:rPr>
              <a:t>Waarom sliding window trager is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452628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23248"/>
                </a:solidFill>
              </a:rPr>
              <a:t>De afbeelding wordt opgesplitst in veel kleine vensters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23248"/>
                </a:solidFill>
              </a:rPr>
              <a:t>Elk venster gaat apart door het model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23248"/>
                </a:solidFill>
              </a:rPr>
              <a:t>Dat betekent veel forward passes en dus meer rekentijd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2120" y="1417320"/>
            <a:ext cx="5577840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596128"/>
            <a:ext cx="10927080" cy="548640"/>
          </a:xfrm>
          <a:prstGeom prst="rect">
            <a:avLst/>
          </a:prstGeom>
          <a:solidFill>
            <a:srgbClr val="DCEEFF"/>
          </a:solidFill>
          <a:ln>
            <a:solidFill>
              <a:srgbClr val="9BC2FF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24F"/>
                </a:solidFill>
              </a:rPr>
              <a:t>Sliding window is didactisch sterk omdat je elke stap ziet, maar computationeel is het een brute-force aanpak.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046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033"/>
                </a:solidFill>
              </a:rPr>
              <a:t>Vergelijking stap 2 — YOLO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50392"/>
            <a:ext cx="8412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274"/>
                </a:solidFill>
              </a:rPr>
              <a:t>Waarom moderne detectie sneller werkt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452628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23248"/>
                </a:solidFill>
              </a:rPr>
              <a:t>YOLO staat voor You Only Look Once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23248"/>
                </a:solidFill>
              </a:rPr>
              <a:t>De volledige afbeelding gaat in één keer door het netwerk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23248"/>
                </a:solidFill>
              </a:rPr>
              <a:t>Daarom krijg je sneller boxes en klassen terug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2120" y="1417320"/>
            <a:ext cx="5577840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596128"/>
            <a:ext cx="10927080" cy="548640"/>
          </a:xfrm>
          <a:prstGeom prst="rect">
            <a:avLst/>
          </a:prstGeom>
          <a:solidFill>
            <a:srgbClr val="DCEEFF"/>
          </a:solidFill>
          <a:ln>
            <a:solidFill>
              <a:srgbClr val="9BC2FF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24F"/>
                </a:solidFill>
              </a:rPr>
              <a:t>YOLO verwerkt de hele afbeelding tegelijk. Daardoor is het veel efficiënter en beter geschikt voor real-time toepassingen.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1463040"/>
            <a:ext cx="2011680" cy="228600"/>
          </a:xfrm>
          <a:prstGeom prst="rect">
            <a:avLst/>
          </a:prstGeom>
          <a:solidFill>
            <a:srgbClr val="EEF5FF"/>
          </a:solidFill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354D"/>
                </a:solidFill>
              </a:rPr>
              <a:t>Bij NMS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1847088"/>
            <a:ext cx="47548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1445B"/>
                </a:solidFill>
              </a:rPr>
              <a:t>• Voor NMS zien we meerdere boxen rond hetzelfde gezicht.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1445B"/>
                </a:solidFill>
              </a:rPr>
              <a:t>• We kiezen de box met de hoogste score.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1445B"/>
                </a:solidFill>
              </a:rPr>
              <a:t>• Overlappende boxen verwijderen we via IoU.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1445B"/>
                </a:solidFill>
              </a:rPr>
              <a:t>• Zo blijft één duidelijke detectie over.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126480" y="1463040"/>
            <a:ext cx="3657600" cy="228600"/>
          </a:xfrm>
          <a:prstGeom prst="rect">
            <a:avLst/>
          </a:prstGeom>
          <a:solidFill>
            <a:srgbClr val="EEF5FF"/>
          </a:solidFill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354D"/>
                </a:solidFill>
              </a:rPr>
              <a:t>Bij YOLO vs sliding window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172200" y="1847088"/>
            <a:ext cx="48006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3DCE7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1445B"/>
                </a:solidFill>
              </a:rPr>
              <a:t>• Sliding window is duidelijk, maar traag.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1445B"/>
                </a:solidFill>
              </a:rPr>
              <a:t>• YOLO bekijkt de hele afbeelding in één keer.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1445B"/>
                </a:solidFill>
              </a:rPr>
              <a:t>• Daarom is YOLO sneller in echte toepassingen.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1445B"/>
                </a:solidFill>
              </a:rPr>
              <a:t>• Mijn methode toont vooral de basisprincipes.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2538</Words>
  <Application>WPS Presentation</Application>
  <PresentationFormat>On-screen Show (16:9)</PresentationFormat>
  <Paragraphs>74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Aptos</vt:lpstr>
      <vt:lpstr>Segoe UI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NMS en YOLO vs Sliding Window</dc:title>
  <dc:creator>OpenAI</dc:creator>
  <dc:subject>Extra slides voor presentatie</dc:subject>
  <cp:lastModifiedBy>Dirk</cp:lastModifiedBy>
  <cp:revision>2</cp:revision>
  <dcterms:created xsi:type="dcterms:W3CDTF">2026-03-26T14:35:00Z</dcterms:created>
  <dcterms:modified xsi:type="dcterms:W3CDTF">2026-03-26T15:47:23Z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1709C473D8064301A11BB0EAAD83E258_12</vt:lpwstr>
  </property>
  <property fmtid="{D5CDD505-2E9C-101B-9397-08002B2CF9AE}" pid="3" name="KSOProductBuildVer">
    <vt:lpwstr>1033-12.2.0.23155</vt:lpwstr>
  </property>
</Properties>
</file>
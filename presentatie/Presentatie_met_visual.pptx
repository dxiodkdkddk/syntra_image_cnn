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CNN Gezichtsdetectie (PRO)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Pipeline: CNN + Sliding Window + NMS</a:t>
            </a:r>
          </a:p>
          <a:p>
            <a:pPr/>
            <a:r>
              <a:t>Doel: lokaliseren van gezichten</a:t>
            </a:r>
          </a:p>
          <a:p>
            <a:pPr/>
            <a:r>
              <a:t>Context: basis voor YOLO/Faster R-CNN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Positief/negatief: faces vs non-faces</a:t>
            </a:r>
          </a:p>
          <a:p>
            <a:pPr/>
            <a:r>
              <a:t>Resize 64x64, normalisatie /255</a:t>
            </a:r>
          </a:p>
          <a:p>
            <a:pPr/>
            <a:r>
              <a:t>Train/val/test split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CNN Architectuur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Conv-ReLU-Pool ×3</a:t>
            </a:r>
          </a:p>
          <a:p>
            <a:pPr/>
            <a:r>
              <a:t>Flatten → Dense(128) → Dropout</a:t>
            </a:r>
          </a:p>
          <a:p>
            <a:pPr/>
            <a:r>
              <a:t>Sigmoid output (binary)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Loss: binary_crossentropy</a:t>
            </a:r>
          </a:p>
          <a:p>
            <a:pPr/>
            <a:r>
              <a:t>Optimizer: Adam</a:t>
            </a:r>
          </a:p>
          <a:p>
            <a:pPr/>
            <a:r>
              <a:t>Epochs/batch: trade-off snelheid/performantie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Accuracy, Precision, Recall, F1</a:t>
            </a:r>
          </a:p>
          <a:p>
            <a:pPr/>
            <a:r>
              <a:t>Confusion Matrix</a:t>
            </a:r>
          </a:p>
          <a:p>
            <a:pPr/>
            <a:r>
              <a:t>Threshold tuning (0.5 → 0.9)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Sliding Window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Scan met step_size en window_size</a:t>
            </a:r>
          </a:p>
          <a:p>
            <a:pPr/>
            <a:r>
              <a:t>Per venster → CNN predictie</a:t>
            </a:r>
          </a:p>
          <a:p>
            <a:pPr/>
            <a:r>
              <a:t>Bewaar boxes met hoge score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Traag (veel forward passes)</a:t>
            </a:r>
          </a:p>
          <a:p>
            <a:pPr/>
            <a:r>
              <a:t>Overlap (duplicaten)</a:t>
            </a:r>
          </a:p>
          <a:p>
            <a:pPr/>
            <a:r>
              <a:t>Schaalvariatie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Sorteer op score</a:t>
            </a:r>
          </a:p>
          <a:p>
            <a:pPr/>
            <a:r>
              <a:t>Selecteer beste box</a:t>
            </a:r>
          </a:p>
          <a:p>
            <a:pPr/>
            <a:r>
              <a:t>Verwijder overlappende (IoU &gt; thresh)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Sliding Window vs YOLO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SW: brute force, traag</a:t>
            </a:r>
          </a:p>
          <a:p>
            <a:pPr/>
            <a:r>
              <a:t>YOLO: één pass, grid-based</a:t>
            </a:r>
          </a:p>
          <a:p>
            <a:pPr/>
            <a:r>
              <a:t>Efficiëntie vs eenvoud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Detectie = classificatie + lokalisatie</a:t>
            </a:r>
          </a:p>
          <a:p>
            <a:pPr/>
            <a:r>
              <a:t>NMS essentieel voor nette output</a:t>
            </a:r>
          </a:p>
          <a:p>
            <a:pPr/>
            <a:r>
              <a:t>Productie: kies end-to-end model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Effect van Non-Maximum Suppression (NMS)</a:t>
            </a:r>
          </a:p>
        </p:txBody>
      </p:sp>
      <p:pic>
        <p:nvPicPr>
          <p:cNvPr id="4" name="Picture 3" descr="detectie_before_n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657600" cy="3657600"/>
          </a:xfrm>
          <a:prstGeom prst="rect">
            <a:avLst/>
          </a:prstGeom>
        </p:spPr>
      </p:pic>
      <p:pic>
        <p:nvPicPr>
          <p:cNvPr id="5" name="Picture 4" descr="detectie_after_n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97280"/>
            <a:ext cx="365760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Before NMS: meerdere overlappende detecties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NMS: één duidelijke detectie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